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F. Gallego" userId="b13418e7252ae176" providerId="LiveId" clId="{1822A65D-05D7-4D08-B1BC-0825D56E355C}"/>
    <pc:docChg chg="custSel delSld modSld">
      <pc:chgData name="Andrés F. Gallego" userId="b13418e7252ae176" providerId="LiveId" clId="{1822A65D-05D7-4D08-B1BC-0825D56E355C}" dt="2026-04-10T05:02:00.986" v="144" actId="2696"/>
      <pc:docMkLst>
        <pc:docMk/>
      </pc:docMkLst>
      <pc:sldChg chg="modSp mod">
        <pc:chgData name="Andrés F. Gallego" userId="b13418e7252ae176" providerId="LiveId" clId="{1822A65D-05D7-4D08-B1BC-0825D56E355C}" dt="2026-04-10T04:59:25.708" v="135" actId="20577"/>
        <pc:sldMkLst>
          <pc:docMk/>
          <pc:sldMk cId="0" sldId="256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9:25.708" v="13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6:46.620" v="3"/>
        <pc:sldMkLst>
          <pc:docMk/>
          <pc:sldMk cId="0" sldId="257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57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9:40.124" v="136" actId="12"/>
        <pc:sldMkLst>
          <pc:docMk/>
          <pc:sldMk cId="0" sldId="258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9:40.124" v="136" actId="12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9:45.812" v="137" actId="12"/>
        <pc:sldMkLst>
          <pc:docMk/>
          <pc:sldMk cId="0" sldId="259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59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9:45.812" v="137" actId="12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9:52.520" v="138" actId="12"/>
        <pc:sldMkLst>
          <pc:docMk/>
          <pc:sldMk cId="0" sldId="260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0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9:52.520" v="138" actId="12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9:58.618" v="139" actId="12"/>
        <pc:sldMkLst>
          <pc:docMk/>
          <pc:sldMk cId="0" sldId="261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1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9:58.618" v="139" actId="12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5:00:04.845" v="140" actId="12"/>
        <pc:sldMkLst>
          <pc:docMk/>
          <pc:sldMk cId="0" sldId="262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5:00:04.845" v="140" actId="12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5:00:11.518" v="141" actId="12"/>
        <pc:sldMkLst>
          <pc:docMk/>
          <pc:sldMk cId="0" sldId="263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3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5:00:11.518" v="141" actId="12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5:00:26.858" v="142" actId="12"/>
        <pc:sldMkLst>
          <pc:docMk/>
          <pc:sldMk cId="0" sldId="264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4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5:00:26.858" v="142" actId="12"/>
          <ac:spMkLst>
            <pc:docMk/>
            <pc:sldMk cId="0" sldId="264"/>
            <ac:spMk id="3" creationId="{00000000-0000-0000-0000-000000000000}"/>
          </ac:spMkLst>
        </pc:spChg>
      </pc:sldChg>
      <pc:sldChg chg="modSp del">
        <pc:chgData name="Andrés F. Gallego" userId="b13418e7252ae176" providerId="LiveId" clId="{1822A65D-05D7-4D08-B1BC-0825D56E355C}" dt="2026-04-10T05:01:46.475" v="143" actId="2696"/>
        <pc:sldMkLst>
          <pc:docMk/>
          <pc:sldMk cId="0" sldId="265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5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5"/>
            <ac:spMk id="3" creationId="{00000000-0000-0000-0000-000000000000}"/>
          </ac:spMkLst>
        </pc:spChg>
      </pc:sldChg>
      <pc:sldChg chg="modSp del">
        <pc:chgData name="Andrés F. Gallego" userId="b13418e7252ae176" providerId="LiveId" clId="{1822A65D-05D7-4D08-B1BC-0825D56E355C}" dt="2026-04-10T05:02:00.986" v="144" actId="2696"/>
        <pc:sldMkLst>
          <pc:docMk/>
          <pc:sldMk cId="0" sldId="266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8:03.421" v="8" actId="12"/>
        <pc:sldMkLst>
          <pc:docMk/>
          <pc:sldMk cId="0" sldId="267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7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8:03.421" v="8" actId="12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ndrés F. Gallego" userId="b13418e7252ae176" providerId="LiveId" clId="{1822A65D-05D7-4D08-B1BC-0825D56E355C}" dt="2026-04-10T04:57:59.789" v="7" actId="12"/>
        <pc:sldMkLst>
          <pc:docMk/>
          <pc:sldMk cId="0" sldId="268"/>
        </pc:sldMkLst>
        <pc:spChg chg="mod">
          <ac:chgData name="Andrés F. Gallego" userId="b13418e7252ae176" providerId="LiveId" clId="{1822A65D-05D7-4D08-B1BC-0825D56E355C}" dt="2026-04-10T04:56:46.620" v="3"/>
          <ac:spMkLst>
            <pc:docMk/>
            <pc:sldMk cId="0" sldId="268"/>
            <ac:spMk id="2" creationId="{00000000-0000-0000-0000-000000000000}"/>
          </ac:spMkLst>
        </pc:spChg>
        <pc:spChg chg="mod">
          <ac:chgData name="Andrés F. Gallego" userId="b13418e7252ae176" providerId="LiveId" clId="{1822A65D-05D7-4D08-B1BC-0825D56E355C}" dt="2026-04-10T04:57:59.789" v="7" actId="12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0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2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9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4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8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3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8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0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49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2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6636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01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3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58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0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75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de Biblioteca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510" y="4365939"/>
            <a:ext cx="2882936" cy="21636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1800" dirty="0"/>
              <a:t>ADSO</a:t>
            </a:r>
          </a:p>
          <a:p>
            <a:pPr marL="0" indent="0">
              <a:buNone/>
            </a:pPr>
            <a:r>
              <a:rPr lang="es-ES" sz="1800" dirty="0"/>
              <a:t>3231651</a:t>
            </a:r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/>
              <a:t>FELIPE CARVAJAL</a:t>
            </a:r>
          </a:p>
          <a:p>
            <a:pPr marL="0" indent="0">
              <a:buNone/>
            </a:pPr>
            <a:r>
              <a:rPr lang="es-ES" sz="1800" dirty="0"/>
              <a:t>YANDER CORREDOR</a:t>
            </a:r>
          </a:p>
          <a:p>
            <a:pPr marL="0" indent="0">
              <a:buNone/>
            </a:pPr>
            <a:r>
              <a:rPr lang="es-ES" sz="1800" dirty="0"/>
              <a:t>JOHAN JIMENEZ</a:t>
            </a:r>
          </a:p>
          <a:p>
            <a:pPr mar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Biblioteca</a:t>
            </a:r>
            <a:r>
              <a:rPr dirty="0"/>
              <a:t> con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manuales</a:t>
            </a:r>
            <a:endParaRPr dirty="0"/>
          </a:p>
          <a:p>
            <a:pPr marL="0" indent="0">
              <a:buNone/>
            </a:pP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papel</a:t>
            </a:r>
            <a:endParaRPr dirty="0"/>
          </a:p>
          <a:p>
            <a:pPr marL="0" indent="0">
              <a:buNone/>
            </a:pPr>
            <a:r>
              <a:rPr dirty="0"/>
              <a:t>Falta de </a:t>
            </a:r>
            <a:r>
              <a:rPr dirty="0" err="1"/>
              <a:t>organización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Identificado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Pérdida</a:t>
            </a:r>
            <a:r>
              <a:rPr dirty="0"/>
              <a:t> de </a:t>
            </a:r>
            <a:r>
              <a:rPr dirty="0" err="1"/>
              <a:t>información</a:t>
            </a:r>
            <a:endParaRPr dirty="0"/>
          </a:p>
          <a:p>
            <a:pPr marL="0" indent="0">
              <a:buNone/>
            </a:pP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registros</a:t>
            </a:r>
            <a:endParaRPr dirty="0"/>
          </a:p>
          <a:p>
            <a:pPr marL="0" indent="0">
              <a:buNone/>
            </a:pPr>
            <a:r>
              <a:rPr dirty="0"/>
              <a:t>No control de </a:t>
            </a:r>
            <a:r>
              <a:rPr dirty="0" err="1"/>
              <a:t>préstamos</a:t>
            </a:r>
            <a:endParaRPr dirty="0"/>
          </a:p>
          <a:p>
            <a:pPr marL="0" indent="0">
              <a:buNone/>
            </a:pPr>
            <a:r>
              <a:rPr dirty="0" err="1"/>
              <a:t>Procesos</a:t>
            </a:r>
            <a:r>
              <a:rPr dirty="0"/>
              <a:t> lentos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Necesidad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Organizar</a:t>
            </a:r>
            <a:r>
              <a:rPr dirty="0"/>
              <a:t> </a:t>
            </a:r>
            <a:r>
              <a:rPr dirty="0" err="1"/>
              <a:t>información</a:t>
            </a:r>
            <a:endParaRPr dirty="0"/>
          </a:p>
          <a:p>
            <a:pPr marL="0" indent="0">
              <a:buNone/>
            </a:pP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préstamos</a:t>
            </a:r>
            <a:endParaRPr dirty="0"/>
          </a:p>
          <a:p>
            <a:pPr marL="0" indent="0">
              <a:buNone/>
            </a:pPr>
            <a:r>
              <a:rPr dirty="0"/>
              <a:t>Validar </a:t>
            </a:r>
            <a:r>
              <a:rPr dirty="0" err="1"/>
              <a:t>datos</a:t>
            </a:r>
            <a:endParaRPr dirty="0"/>
          </a:p>
          <a:p>
            <a:pPr marL="0" indent="0">
              <a:buNone/>
            </a:pP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seguridad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Java</a:t>
            </a:r>
          </a:p>
          <a:p>
            <a:pPr marL="0" indent="0">
              <a:buNone/>
            </a:pP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endParaRPr dirty="0"/>
          </a:p>
          <a:p>
            <a:pPr marL="0" indent="0">
              <a:buNone/>
            </a:pPr>
            <a:r>
              <a:rPr dirty="0" err="1"/>
              <a:t>Cumplir</a:t>
            </a:r>
            <a:r>
              <a:rPr dirty="0"/>
              <a:t> </a:t>
            </a:r>
            <a:r>
              <a:rPr dirty="0" err="1"/>
              <a:t>requerimientos</a:t>
            </a:r>
            <a:r>
              <a:rPr dirty="0"/>
              <a:t> del </a:t>
            </a:r>
            <a:r>
              <a:rPr dirty="0" err="1"/>
              <a:t>caso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Libros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Registrar </a:t>
            </a:r>
            <a:r>
              <a:rPr dirty="0" err="1"/>
              <a:t>libros</a:t>
            </a:r>
            <a:endParaRPr dirty="0"/>
          </a:p>
          <a:p>
            <a:pPr marL="0" indent="0">
              <a:buNone/>
            </a:pP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ISBN</a:t>
            </a:r>
          </a:p>
          <a:p>
            <a:pPr marL="0" indent="0">
              <a:buNone/>
            </a:pPr>
            <a:r>
              <a:rPr dirty="0" err="1"/>
              <a:t>Actualizar</a:t>
            </a:r>
            <a:r>
              <a:rPr dirty="0"/>
              <a:t> </a:t>
            </a:r>
            <a:r>
              <a:rPr dirty="0" err="1"/>
              <a:t>estado</a:t>
            </a:r>
            <a:endParaRPr dirty="0"/>
          </a:p>
          <a:p>
            <a:pPr marL="0" indent="0">
              <a:buNone/>
            </a:pPr>
            <a:r>
              <a:rPr dirty="0" err="1"/>
              <a:t>Validaciones</a:t>
            </a:r>
            <a:r>
              <a:rPr dirty="0"/>
              <a:t> </a:t>
            </a:r>
            <a:r>
              <a:rPr dirty="0" err="1"/>
              <a:t>obligatorias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Usuarios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Registrar </a:t>
            </a:r>
            <a:r>
              <a:rPr dirty="0" err="1"/>
              <a:t>usuarios</a:t>
            </a:r>
            <a:endParaRPr dirty="0"/>
          </a:p>
          <a:p>
            <a:pPr marL="0" indent="0">
              <a:buNone/>
            </a:pP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único</a:t>
            </a:r>
            <a:endParaRPr dirty="0"/>
          </a:p>
          <a:p>
            <a:pPr marL="0" indent="0">
              <a:buNone/>
            </a:pPr>
            <a:r>
              <a:rPr dirty="0" err="1"/>
              <a:t>Tipos</a:t>
            </a:r>
            <a:r>
              <a:rPr dirty="0"/>
              <a:t>: Admin, </a:t>
            </a:r>
            <a:r>
              <a:rPr dirty="0" err="1"/>
              <a:t>Bibliotecario</a:t>
            </a:r>
            <a:r>
              <a:rPr dirty="0"/>
              <a:t>, Lector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Préstamos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Registrar </a:t>
            </a:r>
            <a:r>
              <a:rPr dirty="0" err="1"/>
              <a:t>préstamos</a:t>
            </a:r>
            <a:endParaRPr dirty="0"/>
          </a:p>
          <a:p>
            <a:pPr marL="0" indent="0">
              <a:buNone/>
            </a:pPr>
            <a:r>
              <a:rPr dirty="0"/>
              <a:t>Registrar </a:t>
            </a:r>
            <a:r>
              <a:rPr dirty="0" err="1"/>
              <a:t>devoluciones</a:t>
            </a:r>
            <a:endParaRPr dirty="0"/>
          </a:p>
          <a:p>
            <a:pPr marL="0" indent="0">
              <a:buNone/>
            </a:pPr>
            <a:r>
              <a:rPr dirty="0"/>
              <a:t>Control de </a:t>
            </a:r>
            <a:r>
              <a:rPr dirty="0" err="1"/>
              <a:t>disponibilidad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Inicio</a:t>
            </a:r>
            <a:r>
              <a:rPr dirty="0"/>
              <a:t> de </a:t>
            </a:r>
            <a:r>
              <a:rPr dirty="0" err="1"/>
              <a:t>sesión</a:t>
            </a:r>
            <a:endParaRPr dirty="0"/>
          </a:p>
          <a:p>
            <a:pPr marL="0" indent="0">
              <a:buNone/>
            </a:pPr>
            <a:r>
              <a:rPr dirty="0" err="1"/>
              <a:t>Validación</a:t>
            </a:r>
            <a:r>
              <a:rPr dirty="0"/>
              <a:t> de </a:t>
            </a:r>
            <a:r>
              <a:rPr dirty="0" err="1"/>
              <a:t>usuario</a:t>
            </a:r>
            <a:endParaRPr dirty="0"/>
          </a:p>
          <a:p>
            <a:pPr marL="0" indent="0">
              <a:buNone/>
            </a:pPr>
            <a:r>
              <a:rPr dirty="0" err="1"/>
              <a:t>Intentos</a:t>
            </a:r>
            <a:r>
              <a:rPr dirty="0"/>
              <a:t> </a:t>
            </a:r>
            <a:r>
              <a:rPr dirty="0" err="1"/>
              <a:t>limitados</a:t>
            </a:r>
            <a:endParaRPr dirty="0"/>
          </a:p>
          <a:p>
            <a:pPr marL="0" indent="0">
              <a:buNone/>
            </a:pPr>
            <a:r>
              <a:rPr dirty="0"/>
              <a:t>Control de </a:t>
            </a:r>
            <a:r>
              <a:rPr dirty="0" err="1"/>
              <a:t>acceso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Uso</a:t>
            </a:r>
            <a:r>
              <a:rPr dirty="0"/>
              <a:t> de Java</a:t>
            </a:r>
          </a:p>
          <a:p>
            <a:pPr marL="0" indent="0">
              <a:buNone/>
            </a:pPr>
            <a:r>
              <a:rPr dirty="0" err="1"/>
              <a:t>Multiplataforma</a:t>
            </a:r>
            <a:endParaRPr dirty="0"/>
          </a:p>
          <a:p>
            <a:pPr marL="0" indent="0">
              <a:buNone/>
            </a:pPr>
            <a:r>
              <a:rPr dirty="0"/>
              <a:t>Seguro y </a:t>
            </a:r>
            <a:r>
              <a:rPr dirty="0" err="1"/>
              <a:t>robusto</a:t>
            </a:r>
            <a:endParaRPr dirty="0"/>
          </a:p>
          <a:p>
            <a:pPr marL="0" indent="0">
              <a:buNone/>
            </a:pPr>
            <a:r>
              <a:rPr dirty="0" err="1"/>
              <a:t>Amplia</a:t>
            </a:r>
            <a:r>
              <a:rPr dirty="0"/>
              <a:t> </a:t>
            </a:r>
            <a:r>
              <a:rPr dirty="0" err="1"/>
              <a:t>comunidad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Soluciona</a:t>
            </a:r>
            <a:r>
              <a:rPr dirty="0"/>
              <a:t> un </a:t>
            </a:r>
            <a:r>
              <a:rPr dirty="0" err="1"/>
              <a:t>problema</a:t>
            </a:r>
            <a:r>
              <a:rPr dirty="0"/>
              <a:t> real</a:t>
            </a:r>
          </a:p>
          <a:p>
            <a:pPr marL="0" indent="0">
              <a:buNone/>
            </a:pPr>
            <a:r>
              <a:rPr dirty="0" err="1"/>
              <a:t>Automatiza</a:t>
            </a:r>
            <a:r>
              <a:rPr dirty="0"/>
              <a:t> </a:t>
            </a:r>
            <a:r>
              <a:rPr dirty="0" err="1"/>
              <a:t>procesos</a:t>
            </a:r>
            <a:endParaRPr dirty="0"/>
          </a:p>
          <a:p>
            <a:pPr marL="0" indent="0">
              <a:buNone/>
            </a:pP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y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7</TotalTime>
  <Words>139</Words>
  <Application>Microsoft Office PowerPoint</Application>
  <PresentationFormat>Presentación en pantalla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Estela de condensación</vt:lpstr>
      <vt:lpstr>Sistema de Gestión de Biblioteca</vt:lpstr>
      <vt:lpstr>Contexto del Problema</vt:lpstr>
      <vt:lpstr>Problema Identificado</vt:lpstr>
      <vt:lpstr>Necesidad del Sistema</vt:lpstr>
      <vt:lpstr>Objetivo del Proyecto</vt:lpstr>
      <vt:lpstr>Gestión de Libros</vt:lpstr>
      <vt:lpstr>Gestión de Usuarios</vt:lpstr>
      <vt:lpstr>Gestión de Préstamos</vt:lpstr>
      <vt:lpstr>Seguridad del Sistema</vt:lpstr>
      <vt:lpstr>Análisis Tecnológico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Andrés F. Gallego</cp:lastModifiedBy>
  <cp:revision>1</cp:revision>
  <dcterms:created xsi:type="dcterms:W3CDTF">2013-01-27T09:14:16Z</dcterms:created>
  <dcterms:modified xsi:type="dcterms:W3CDTF">2026-04-10T05:02:16Z</dcterms:modified>
  <cp:category/>
</cp:coreProperties>
</file>